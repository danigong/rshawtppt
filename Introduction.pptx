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2"/>
  </p:normalViewPr>
  <p:slideViewPr>
    <p:cSldViewPr snapToGrid="0" snapToObjects="1">
      <p:cViewPr varScale="1">
        <p:scale>
          <a:sx n="111" d="100"/>
          <a:sy n="111" d="100"/>
        </p:scale>
        <p:origin x="11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3FF7B-FA00-454C-8CD0-B1EADD3A77CD}" type="datetimeFigureOut">
              <a:rPr kumimoji="1" lang="zh-CN" altLang="en-US" smtClean="0"/>
              <a:t>17/4/6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9E35-C57E-4D45-825E-5F2366270A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6516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3FF7B-FA00-454C-8CD0-B1EADD3A77CD}" type="datetimeFigureOut">
              <a:rPr kumimoji="1" lang="zh-CN" altLang="en-US" smtClean="0"/>
              <a:t>17/4/6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9E35-C57E-4D45-825E-5F2366270A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272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3FF7B-FA00-454C-8CD0-B1EADD3A77CD}" type="datetimeFigureOut">
              <a:rPr kumimoji="1" lang="zh-CN" altLang="en-US" smtClean="0"/>
              <a:t>17/4/6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9E35-C57E-4D45-825E-5F2366270A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4167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3FF7B-FA00-454C-8CD0-B1EADD3A77CD}" type="datetimeFigureOut">
              <a:rPr kumimoji="1" lang="zh-CN" altLang="en-US" smtClean="0"/>
              <a:t>17/4/6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9E35-C57E-4D45-825E-5F2366270A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3442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3FF7B-FA00-454C-8CD0-B1EADD3A77CD}" type="datetimeFigureOut">
              <a:rPr kumimoji="1" lang="zh-CN" altLang="en-US" smtClean="0"/>
              <a:t>17/4/6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9E35-C57E-4D45-825E-5F2366270A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305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3FF7B-FA00-454C-8CD0-B1EADD3A77CD}" type="datetimeFigureOut">
              <a:rPr kumimoji="1" lang="zh-CN" altLang="en-US" smtClean="0"/>
              <a:t>17/4/6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9E35-C57E-4D45-825E-5F2366270A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8962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3FF7B-FA00-454C-8CD0-B1EADD3A77CD}" type="datetimeFigureOut">
              <a:rPr kumimoji="1" lang="zh-CN" altLang="en-US" smtClean="0"/>
              <a:t>17/4/6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9E35-C57E-4D45-825E-5F2366270A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6532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3FF7B-FA00-454C-8CD0-B1EADD3A77CD}" type="datetimeFigureOut">
              <a:rPr kumimoji="1" lang="zh-CN" altLang="en-US" smtClean="0"/>
              <a:t>17/4/6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9E35-C57E-4D45-825E-5F2366270A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38433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3FF7B-FA00-454C-8CD0-B1EADD3A77CD}" type="datetimeFigureOut">
              <a:rPr kumimoji="1" lang="zh-CN" altLang="en-US" smtClean="0"/>
              <a:t>17/4/6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9E35-C57E-4D45-825E-5F2366270A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3911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3FF7B-FA00-454C-8CD0-B1EADD3A77CD}" type="datetimeFigureOut">
              <a:rPr kumimoji="1" lang="zh-CN" altLang="en-US" smtClean="0"/>
              <a:t>17/4/6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9E35-C57E-4D45-825E-5F2366270A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31419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3FF7B-FA00-454C-8CD0-B1EADD3A77CD}" type="datetimeFigureOut">
              <a:rPr kumimoji="1" lang="zh-CN" altLang="en-US" smtClean="0"/>
              <a:t>17/4/6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89E35-C57E-4D45-825E-5F2366270A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20145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D3FF7B-FA00-454C-8CD0-B1EADD3A77CD}" type="datetimeFigureOut">
              <a:rPr kumimoji="1" lang="zh-CN" altLang="en-US" smtClean="0"/>
              <a:t>17/4/6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89E35-C57E-4D45-825E-5F2366270A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9760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 smtClean="0"/>
              <a:t>Introduction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9641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BDD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Describe</a:t>
            </a:r>
          </a:p>
          <a:p>
            <a:r>
              <a:rPr kumimoji="1" lang="en-US" altLang="zh-CN" dirty="0" smtClean="0"/>
              <a:t>Definition</a:t>
            </a:r>
          </a:p>
          <a:p>
            <a:r>
              <a:rPr kumimoji="1" lang="en-US" altLang="zh-CN" dirty="0" smtClean="0"/>
              <a:t>Execution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3209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Lettuce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Python</a:t>
            </a:r>
          </a:p>
          <a:p>
            <a:r>
              <a:rPr kumimoji="1" lang="en-US" altLang="zh-CN" dirty="0" smtClean="0"/>
              <a:t>BDD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5947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Description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Natural Language</a:t>
            </a:r>
          </a:p>
          <a:p>
            <a:r>
              <a:rPr kumimoji="1" lang="en-US" altLang="zh-CN" dirty="0" smtClean="0"/>
              <a:t>Paramet</a:t>
            </a:r>
            <a:r>
              <a:rPr kumimoji="1" lang="en-US" altLang="zh-CN" dirty="0" smtClean="0"/>
              <a:t>erization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1148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Definition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Define Step</a:t>
            </a:r>
          </a:p>
          <a:p>
            <a:r>
              <a:rPr kumimoji="1" lang="en-US" altLang="zh-CN" dirty="0" smtClean="0"/>
              <a:t>Common Methods</a:t>
            </a:r>
          </a:p>
          <a:p>
            <a:r>
              <a:rPr kumimoji="1" lang="en-US" altLang="zh-CN" dirty="0" smtClean="0"/>
              <a:t>Pre-implement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4829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Execution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Commands</a:t>
            </a:r>
          </a:p>
          <a:p>
            <a:r>
              <a:rPr kumimoji="1" lang="en-US" altLang="zh-CN" dirty="0" smtClean="0"/>
              <a:t>Console Outputs</a:t>
            </a:r>
          </a:p>
          <a:p>
            <a:r>
              <a:rPr kumimoji="1" lang="en-US" altLang="zh-CN" dirty="0" smtClean="0"/>
              <a:t>Report</a:t>
            </a:r>
          </a:p>
          <a:p>
            <a:r>
              <a:rPr kumimoji="1" lang="en-US" altLang="zh-CN" dirty="0" smtClean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1886086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Q &amp; A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6673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27</Words>
  <Application>Microsoft Macintosh PowerPoint</Application>
  <PresentationFormat>宽屏</PresentationFormat>
  <Paragraphs>21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宋体</vt:lpstr>
      <vt:lpstr>Office 主题</vt:lpstr>
      <vt:lpstr>Introduction</vt:lpstr>
      <vt:lpstr>BDD</vt:lpstr>
      <vt:lpstr>Lettuce</vt:lpstr>
      <vt:lpstr>Description</vt:lpstr>
      <vt:lpstr>Definition</vt:lpstr>
      <vt:lpstr>Execution</vt:lpstr>
      <vt:lpstr>Q &amp; A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Microsoft Office 用户</dc:creator>
  <cp:lastModifiedBy>Microsoft Office 用户</cp:lastModifiedBy>
  <cp:revision>1</cp:revision>
  <dcterms:created xsi:type="dcterms:W3CDTF">2017-04-06T14:46:55Z</dcterms:created>
  <dcterms:modified xsi:type="dcterms:W3CDTF">2017-04-06T14:54:56Z</dcterms:modified>
</cp:coreProperties>
</file>