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5" r:id="rId6"/>
    <p:sldId id="26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82"/>
  </p:normalViewPr>
  <p:slideViewPr>
    <p:cSldViewPr snapToGrid="0" snapToObjects="1">
      <p:cViewPr varScale="1">
        <p:scale>
          <a:sx n="90" d="100"/>
          <a:sy n="90" d="100"/>
        </p:scale>
        <p:origin x="232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693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877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25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227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16/7/21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45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3964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16/7/21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406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0028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051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0332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805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D894-E499-FD4F-8893-15416F8AC8E9}" type="datetimeFigureOut">
              <a:rPr kumimoji="1" lang="zh-CN" altLang="en-US" smtClean="0"/>
              <a:t>16/7/21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428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157163" y="2600325"/>
            <a:ext cx="12472988" cy="909638"/>
          </a:xfrm>
        </p:spPr>
        <p:style>
          <a:lnRef idx="3">
            <a:schemeClr val="lt1"/>
          </a:lnRef>
          <a:fillRef idx="1002">
            <a:schemeClr val="dk1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kumimoji="1" lang="en-US" altLang="zh-CN" dirty="0" smtClean="0"/>
              <a:t>Automation Weekly </a:t>
            </a:r>
            <a:r>
              <a:rPr kumimoji="1" lang="en-US" altLang="zh-CN" dirty="0"/>
              <a:t>T</a:t>
            </a:r>
            <a:r>
              <a:rPr kumimoji="1" lang="en-US" altLang="zh-CN" dirty="0" smtClean="0"/>
              <a:t>rack 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427037"/>
          </a:xfrm>
        </p:spPr>
        <p:style>
          <a:lnRef idx="2">
            <a:schemeClr val="dk1">
              <a:shade val="50000"/>
            </a:schemeClr>
          </a:lnRef>
          <a:fillRef idx="1002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kumimoji="1" lang="en-US" altLang="zh-CN" dirty="0" smtClean="0"/>
              <a:t>16/7/22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1692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985838"/>
            <a:ext cx="12192000" cy="704850"/>
          </a:xfrm>
        </p:spPr>
        <p:style>
          <a:lnRef idx="2">
            <a:schemeClr val="dk1">
              <a:shade val="50000"/>
            </a:schemeClr>
          </a:lnRef>
          <a:fillRef idx="1002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kumimoji="1" lang="en-US" altLang="zh-CN" dirty="0" smtClean="0"/>
              <a:t>Completed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ü"/>
            </a:pPr>
            <a:r>
              <a:rPr kumimoji="1" lang="en-US" altLang="zh-CN" dirty="0" smtClean="0"/>
              <a:t> Python Coding Style Material Provided - </a:t>
            </a:r>
            <a:r>
              <a:rPr kumimoji="1" lang="en-US" altLang="zh-CN" dirty="0" err="1" smtClean="0"/>
              <a:t>Dancy</a:t>
            </a:r>
            <a:endParaRPr kumimoji="1" lang="en-US" altLang="zh-CN" dirty="0" smtClean="0"/>
          </a:p>
          <a:p>
            <a:pPr>
              <a:buFont typeface="Wingdings" charset="2"/>
              <a:buChar char="ü"/>
            </a:pPr>
            <a:r>
              <a:rPr kumimoji="1" lang="en-US" altLang="zh-CN" dirty="0" smtClean="0"/>
              <a:t> Reports Separated - Daniel</a:t>
            </a:r>
          </a:p>
          <a:p>
            <a:pPr>
              <a:buFont typeface="Wingdings" charset="2"/>
              <a:buChar char="ü"/>
            </a:pPr>
            <a:r>
              <a:rPr kumimoji="1" lang="en-US" altLang="zh-CN" dirty="0"/>
              <a:t> </a:t>
            </a:r>
            <a:r>
              <a:rPr kumimoji="1" lang="en-US" altLang="zh-CN" dirty="0" smtClean="0"/>
              <a:t>Pass Rates Moved to An Eye-Catching Place - Daniel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517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000125"/>
            <a:ext cx="12192000" cy="690563"/>
          </a:xfrm>
        </p:spPr>
        <p:style>
          <a:lnRef idx="2">
            <a:schemeClr val="dk1">
              <a:shade val="50000"/>
            </a:schemeClr>
          </a:lnRef>
          <a:fillRef idx="1002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kumimoji="1" lang="en-US" altLang="zh-CN" dirty="0" smtClean="0"/>
              <a:t>WIP List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kumimoji="1" lang="en-US" altLang="zh-CN" dirty="0" smtClean="0"/>
              <a:t> Reading Python Coding Style(?) </a:t>
            </a:r>
          </a:p>
          <a:p>
            <a:pPr>
              <a:buFont typeface="Wingdings" charset="2"/>
              <a:buChar char="Ø"/>
            </a:pPr>
            <a:r>
              <a:rPr kumimoji="1" lang="en-US" altLang="zh-CN" dirty="0" smtClean="0"/>
              <a:t> Define a </a:t>
            </a:r>
            <a:r>
              <a:rPr kumimoji="1" lang="en-US" altLang="zh-CN" dirty="0" smtClean="0"/>
              <a:t>Project Level Coding Style - ?(7/29)</a:t>
            </a:r>
          </a:p>
          <a:p>
            <a:pPr>
              <a:buFont typeface="Wingdings" charset="2"/>
              <a:buChar char="Ø"/>
            </a:pPr>
            <a:r>
              <a:rPr kumimoji="1" lang="en-US" altLang="zh-CN" dirty="0" smtClean="0"/>
              <a:t> Define a Case Description Style – </a:t>
            </a:r>
            <a:r>
              <a:rPr kumimoji="1" lang="en-US" altLang="zh-CN" dirty="0" err="1" smtClean="0"/>
              <a:t>Dancy</a:t>
            </a:r>
            <a:r>
              <a:rPr kumimoji="1" lang="en-US" altLang="zh-CN" dirty="0" smtClean="0"/>
              <a:t>(?)</a:t>
            </a:r>
          </a:p>
          <a:p>
            <a:pPr>
              <a:buFont typeface="Wingdings" charset="2"/>
              <a:buChar char="Ø"/>
            </a:pPr>
            <a:r>
              <a:rPr kumimoji="1" lang="en-US" altLang="zh-CN" dirty="0" smtClean="0"/>
              <a:t> Define a Step Definition Style - ?(?)</a:t>
            </a:r>
          </a:p>
          <a:p>
            <a:pPr>
              <a:buFont typeface="Wingdings" charset="2"/>
              <a:buChar char="Ø"/>
            </a:pPr>
            <a:r>
              <a:rPr kumimoji="1" lang="en-US" altLang="zh-CN" dirty="0"/>
              <a:t> </a:t>
            </a:r>
            <a:r>
              <a:rPr kumimoji="1" lang="en-US" altLang="zh-CN" dirty="0" smtClean="0"/>
              <a:t>Collect Feasible and Valuable Test Cases – All Team Members</a:t>
            </a:r>
          </a:p>
          <a:p>
            <a:pPr>
              <a:buFont typeface="Wingdings" charset="2"/>
              <a:buChar char="Ø"/>
            </a:pPr>
            <a:r>
              <a:rPr kumimoji="1" lang="en-US" altLang="zh-CN" dirty="0" smtClean="0"/>
              <a:t> Parallelize Executions – Daniel (Demo on 7/29)</a:t>
            </a:r>
          </a:p>
          <a:p>
            <a:pPr>
              <a:buFont typeface="Wingdings" charset="2"/>
              <a:buChar char="Ø"/>
            </a:pPr>
            <a:r>
              <a:rPr kumimoji="1" lang="en-US" altLang="zh-CN" dirty="0"/>
              <a:t> </a:t>
            </a:r>
            <a:r>
              <a:rPr kumimoji="1" lang="en-US" altLang="zh-CN" dirty="0" smtClean="0"/>
              <a:t>Logging – Tanner (?)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40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071563"/>
            <a:ext cx="12192000" cy="619125"/>
          </a:xfrm>
        </p:spPr>
        <p:style>
          <a:lnRef idx="2">
            <a:schemeClr val="dk1">
              <a:shade val="50000"/>
            </a:schemeClr>
          </a:lnRef>
          <a:fillRef idx="1002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kumimoji="1" lang="en-US" altLang="zh-CN" dirty="0" smtClean="0"/>
              <a:t>To Do List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 To Define a Project Level </a:t>
            </a:r>
            <a:r>
              <a:rPr kumimoji="1" lang="en-US" altLang="zh-CN" dirty="0" err="1" smtClean="0"/>
              <a:t>Git</a:t>
            </a:r>
            <a:r>
              <a:rPr kumimoji="1" lang="en-US" altLang="zh-CN" dirty="0" smtClean="0"/>
              <a:t> Workflow - ?(?)</a:t>
            </a:r>
          </a:p>
          <a:p>
            <a:r>
              <a:rPr kumimoji="1" lang="en-US" altLang="zh-CN" dirty="0"/>
              <a:t> </a:t>
            </a:r>
            <a:r>
              <a:rPr kumimoji="1" lang="en-US" altLang="zh-CN" dirty="0" smtClean="0"/>
              <a:t>To Extend Functionalities of Framework - ?(?)</a:t>
            </a:r>
          </a:p>
          <a:p>
            <a:r>
              <a:rPr kumimoji="1" lang="en-US" altLang="zh-CN" dirty="0"/>
              <a:t> </a:t>
            </a:r>
            <a:r>
              <a:rPr kumimoji="1" lang="en-US" altLang="zh-CN" dirty="0" smtClean="0"/>
              <a:t>To Maintain a Common API(Method) Library – All Team Members(?)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192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100138"/>
            <a:ext cx="12191999" cy="590550"/>
          </a:xfrm>
        </p:spPr>
        <p:style>
          <a:lnRef idx="2">
            <a:schemeClr val="dk1">
              <a:shade val="50000"/>
            </a:schemeClr>
          </a:lnRef>
          <a:fillRef idx="1002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kumimoji="1" lang="en-US" altLang="zh-CN" dirty="0" smtClean="0"/>
              <a:t>Discussion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Raise your concerns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2836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557463"/>
            <a:ext cx="12192000" cy="952500"/>
          </a:xfrm>
        </p:spPr>
        <p:style>
          <a:lnRef idx="2">
            <a:schemeClr val="dk1">
              <a:shade val="50000"/>
            </a:schemeClr>
          </a:lnRef>
          <a:fillRef idx="1002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kumimoji="1" lang="en-US" altLang="zh-CN" dirty="0" smtClean="0"/>
              <a:t>Thank You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327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131</Words>
  <Application>Microsoft Macintosh PowerPoint</Application>
  <PresentationFormat>宽屏</PresentationFormat>
  <Paragraphs>21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Calibri</vt:lpstr>
      <vt:lpstr>Calibri Light</vt:lpstr>
      <vt:lpstr>Wingdings</vt:lpstr>
      <vt:lpstr>宋体</vt:lpstr>
      <vt:lpstr>Arial</vt:lpstr>
      <vt:lpstr>Office 主题</vt:lpstr>
      <vt:lpstr>Automation Weekly Track </vt:lpstr>
      <vt:lpstr>Completed List</vt:lpstr>
      <vt:lpstr>WIP List</vt:lpstr>
      <vt:lpstr>To Do List</vt:lpstr>
      <vt:lpstr>Discussion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weekly track </dc:title>
  <dc:creator>Microsoft Office 用户</dc:creator>
  <cp:lastModifiedBy>Microsoft Office 用户</cp:lastModifiedBy>
  <cp:revision>18</cp:revision>
  <dcterms:created xsi:type="dcterms:W3CDTF">2016-07-21T13:12:58Z</dcterms:created>
  <dcterms:modified xsi:type="dcterms:W3CDTF">2016-07-21T14:22:31Z</dcterms:modified>
</cp:coreProperties>
</file>