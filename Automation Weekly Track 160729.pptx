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5" r:id="rId6"/>
    <p:sldId id="267" r:id="rId7"/>
    <p:sldId id="26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21"/>
    <p:restoredTop sz="94682"/>
  </p:normalViewPr>
  <p:slideViewPr>
    <p:cSldViewPr snapToGrid="0" snapToObjects="1">
      <p:cViewPr>
        <p:scale>
          <a:sx n="96" d="100"/>
          <a:sy n="96" d="100"/>
        </p:scale>
        <p:origin x="9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E7B75E-2EBA-8848-8A05-49225A48C979}" type="doc">
      <dgm:prSet loTypeId="urn:microsoft.com/office/officeart/2005/8/layout/process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FE64880-F2D9-C945-BFC2-CA111AFDEFC9}">
      <dgm:prSet phldrT="[文本]"/>
      <dgm:spPr/>
      <dgm:t>
        <a:bodyPr/>
        <a:lstStyle/>
        <a:p>
          <a:r>
            <a:rPr lang="en-US" altLang="zh-CN" dirty="0" smtClean="0"/>
            <a:t>Test</a:t>
          </a:r>
          <a:r>
            <a:rPr lang="en-US" altLang="zh-CN" baseline="0" dirty="0" smtClean="0"/>
            <a:t> Case</a:t>
          </a:r>
          <a:endParaRPr lang="zh-CN" altLang="en-US" dirty="0"/>
        </a:p>
      </dgm:t>
    </dgm:pt>
    <dgm:pt modelId="{EECE1A85-4B8E-6D4C-9632-B16388C6DE01}" type="parTrans" cxnId="{656BACAD-E5D2-0149-B3D8-471C7680672A}">
      <dgm:prSet/>
      <dgm:spPr/>
      <dgm:t>
        <a:bodyPr/>
        <a:lstStyle/>
        <a:p>
          <a:endParaRPr lang="zh-CN" altLang="en-US"/>
        </a:p>
      </dgm:t>
    </dgm:pt>
    <dgm:pt modelId="{B48F323C-EDD7-1048-89C5-4B08290EE739}" type="sibTrans" cxnId="{656BACAD-E5D2-0149-B3D8-471C7680672A}">
      <dgm:prSet/>
      <dgm:spPr/>
      <dgm:t>
        <a:bodyPr/>
        <a:lstStyle/>
        <a:p>
          <a:endParaRPr lang="zh-CN" altLang="en-US"/>
        </a:p>
      </dgm:t>
    </dgm:pt>
    <dgm:pt modelId="{124AADF7-DA3D-8343-BE74-63C801256209}">
      <dgm:prSet phldrT="[文本]"/>
      <dgm:spPr/>
      <dgm:t>
        <a:bodyPr/>
        <a:lstStyle/>
        <a:p>
          <a:r>
            <a:rPr lang="en-US" altLang="zh-CN" dirty="0" smtClean="0"/>
            <a:t>Parser</a:t>
          </a:r>
          <a:endParaRPr lang="zh-CN" altLang="en-US" dirty="0"/>
        </a:p>
      </dgm:t>
    </dgm:pt>
    <dgm:pt modelId="{3894137E-6840-4346-9F49-B587B3F3D91E}" type="parTrans" cxnId="{50E835C0-46D1-BA4F-9DE6-505983197571}">
      <dgm:prSet/>
      <dgm:spPr/>
      <dgm:t>
        <a:bodyPr/>
        <a:lstStyle/>
        <a:p>
          <a:endParaRPr lang="zh-CN" altLang="en-US"/>
        </a:p>
      </dgm:t>
    </dgm:pt>
    <dgm:pt modelId="{F32D87F9-5F3A-EC49-9AA7-437B37F08169}" type="sibTrans" cxnId="{50E835C0-46D1-BA4F-9DE6-505983197571}">
      <dgm:prSet/>
      <dgm:spPr/>
      <dgm:t>
        <a:bodyPr/>
        <a:lstStyle/>
        <a:p>
          <a:endParaRPr lang="zh-CN" altLang="en-US"/>
        </a:p>
      </dgm:t>
    </dgm:pt>
    <dgm:pt modelId="{7AF7FB1E-1685-A648-AC74-D55E7194B806}">
      <dgm:prSet phldrT="[文本]"/>
      <dgm:spPr/>
      <dgm:t>
        <a:bodyPr/>
        <a:lstStyle/>
        <a:p>
          <a:r>
            <a:rPr lang="en-US" altLang="zh-CN" dirty="0" smtClean="0"/>
            <a:t>Runner</a:t>
          </a:r>
          <a:endParaRPr lang="zh-CN" altLang="en-US" dirty="0"/>
        </a:p>
      </dgm:t>
    </dgm:pt>
    <dgm:pt modelId="{90975D2F-51AD-2D4A-AD15-BA8B01A7A1C8}" type="parTrans" cxnId="{4B8D399C-2C9A-C94A-BBA6-7DC3C7B6A9BA}">
      <dgm:prSet/>
      <dgm:spPr/>
      <dgm:t>
        <a:bodyPr/>
        <a:lstStyle/>
        <a:p>
          <a:endParaRPr lang="zh-CN" altLang="en-US"/>
        </a:p>
      </dgm:t>
    </dgm:pt>
    <dgm:pt modelId="{2E3A9E35-148C-C646-8CAC-6B79DB047985}" type="sibTrans" cxnId="{4B8D399C-2C9A-C94A-BBA6-7DC3C7B6A9BA}">
      <dgm:prSet/>
      <dgm:spPr/>
      <dgm:t>
        <a:bodyPr/>
        <a:lstStyle/>
        <a:p>
          <a:endParaRPr lang="zh-CN" altLang="en-US"/>
        </a:p>
      </dgm:t>
    </dgm:pt>
    <dgm:pt modelId="{3A91A978-8D87-DE46-88D4-F4AD954E6190}">
      <dgm:prSet phldrT="[文本]"/>
      <dgm:spPr/>
      <dgm:t>
        <a:bodyPr/>
        <a:lstStyle/>
        <a:p>
          <a:r>
            <a:rPr lang="en-US" altLang="zh-CN" dirty="0" smtClean="0"/>
            <a:t>Result</a:t>
          </a:r>
          <a:endParaRPr lang="zh-CN" altLang="en-US" dirty="0"/>
        </a:p>
      </dgm:t>
    </dgm:pt>
    <dgm:pt modelId="{76645F97-C6B5-6746-96CD-1E5B46954995}" type="parTrans" cxnId="{28B93D74-CB34-6D45-BAF3-AEBBECF1336B}">
      <dgm:prSet/>
      <dgm:spPr/>
      <dgm:t>
        <a:bodyPr/>
        <a:lstStyle/>
        <a:p>
          <a:endParaRPr lang="zh-CN" altLang="en-US"/>
        </a:p>
      </dgm:t>
    </dgm:pt>
    <dgm:pt modelId="{2B0424AC-04CE-9641-9E6B-7E6D42E380E3}" type="sibTrans" cxnId="{28B93D74-CB34-6D45-BAF3-AEBBECF1336B}">
      <dgm:prSet/>
      <dgm:spPr/>
      <dgm:t>
        <a:bodyPr/>
        <a:lstStyle/>
        <a:p>
          <a:endParaRPr lang="zh-CN" altLang="en-US"/>
        </a:p>
      </dgm:t>
    </dgm:pt>
    <dgm:pt modelId="{183D7828-77E8-6040-9B3D-14EC5F63ED91}">
      <dgm:prSet phldrT="[文本]"/>
      <dgm:spPr/>
      <dgm:t>
        <a:bodyPr/>
        <a:lstStyle/>
        <a:p>
          <a:r>
            <a:rPr lang="en-US" altLang="zh-CN" dirty="0" smtClean="0"/>
            <a:t>Pre-Implementations</a:t>
          </a:r>
          <a:endParaRPr lang="zh-CN" altLang="en-US" dirty="0"/>
        </a:p>
      </dgm:t>
    </dgm:pt>
    <dgm:pt modelId="{8102E970-1809-B04D-AEE0-A4A71B8A4407}" type="parTrans" cxnId="{128014BC-8347-E249-86D7-6DF9B7EEA1C1}">
      <dgm:prSet/>
      <dgm:spPr/>
      <dgm:t>
        <a:bodyPr/>
        <a:lstStyle/>
        <a:p>
          <a:endParaRPr lang="zh-CN" altLang="en-US"/>
        </a:p>
      </dgm:t>
    </dgm:pt>
    <dgm:pt modelId="{C339328A-F3CB-344D-9314-564AF7A81ECB}" type="sibTrans" cxnId="{128014BC-8347-E249-86D7-6DF9B7EEA1C1}">
      <dgm:prSet/>
      <dgm:spPr/>
      <dgm:t>
        <a:bodyPr/>
        <a:lstStyle/>
        <a:p>
          <a:endParaRPr lang="zh-CN" altLang="en-US"/>
        </a:p>
      </dgm:t>
    </dgm:pt>
    <dgm:pt modelId="{C06291DE-3C9D-D142-A5CD-BC084D38437F}" type="pres">
      <dgm:prSet presAssocID="{04E7B75E-2EBA-8848-8A05-49225A48C979}" presName="Name0" presStyleCnt="0">
        <dgm:presLayoutVars>
          <dgm:dir/>
          <dgm:resizeHandles val="exact"/>
        </dgm:presLayoutVars>
      </dgm:prSet>
      <dgm:spPr/>
    </dgm:pt>
    <dgm:pt modelId="{76F70BAB-9591-5642-A0BC-B1DEB41132FC}" type="pres">
      <dgm:prSet presAssocID="{BFE64880-F2D9-C945-BFC2-CA111AFDEFC9}" presName="node" presStyleLbl="node1" presStyleIdx="0" presStyleCnt="5" custLinFactX="16364" custLinFactNeighborX="100000" custLinFactNeighborY="4835">
        <dgm:presLayoutVars>
          <dgm:bulletEnabled val="1"/>
        </dgm:presLayoutVars>
      </dgm:prSet>
      <dgm:spPr/>
    </dgm:pt>
    <dgm:pt modelId="{B2E731BE-EBB9-A740-B2B3-2145C0969479}" type="pres">
      <dgm:prSet presAssocID="{B48F323C-EDD7-1048-89C5-4B08290EE739}" presName="sibTrans" presStyleLbl="sibTrans2D1" presStyleIdx="0" presStyleCnt="4" custScaleX="194647"/>
      <dgm:spPr>
        <a:prstGeom prst="leftRightArrow">
          <a:avLst/>
        </a:prstGeom>
      </dgm:spPr>
    </dgm:pt>
    <dgm:pt modelId="{8DB3E580-4A25-5E4C-B54A-6D35B73C6711}" type="pres">
      <dgm:prSet presAssocID="{B48F323C-EDD7-1048-89C5-4B08290EE739}" presName="connectorText" presStyleLbl="sibTrans2D1" presStyleIdx="0" presStyleCnt="4"/>
      <dgm:spPr/>
    </dgm:pt>
    <dgm:pt modelId="{BDAC83EB-EEE7-AA48-8E83-60E72E504BF0}" type="pres">
      <dgm:prSet presAssocID="{183D7828-77E8-6040-9B3D-14EC5F63ED91}" presName="node" presStyleLbl="node1" presStyleIdx="1" presStyleCnt="5" custLinFactX="-62596" custLinFactY="-53393" custLinFactNeighborX="-100000" custLinFactNeighborY="-100000">
        <dgm:presLayoutVars>
          <dgm:bulletEnabled val="1"/>
        </dgm:presLayoutVars>
      </dgm:prSet>
      <dgm:spPr/>
    </dgm:pt>
    <dgm:pt modelId="{6F0C37A1-8757-9742-853F-3C97997195B3}" type="pres">
      <dgm:prSet presAssocID="{C339328A-F3CB-344D-9314-564AF7A81ECB}" presName="sibTrans" presStyleLbl="sibTrans2D1" presStyleIdx="1" presStyleCnt="4" custAng="20353459" custScaleY="81748" custLinFactY="80075" custLinFactNeighborX="-8730" custLinFactNeighborY="100000"/>
      <dgm:spPr/>
    </dgm:pt>
    <dgm:pt modelId="{907E95F4-B4E0-3C48-954E-86EFAD6E7905}" type="pres">
      <dgm:prSet presAssocID="{C339328A-F3CB-344D-9314-564AF7A81ECB}" presName="connectorText" presStyleLbl="sibTrans2D1" presStyleIdx="1" presStyleCnt="4"/>
      <dgm:spPr/>
    </dgm:pt>
    <dgm:pt modelId="{2E9A0485-3EC5-2748-8B0F-7CA5B8220DA6}" type="pres">
      <dgm:prSet presAssocID="{124AADF7-DA3D-8343-BE74-63C801256209}" presName="node" presStyleLbl="node1" presStyleIdx="2" presStyleCnt="5">
        <dgm:presLayoutVars>
          <dgm:bulletEnabled val="1"/>
        </dgm:presLayoutVars>
      </dgm:prSet>
      <dgm:spPr/>
    </dgm:pt>
    <dgm:pt modelId="{D5ABDBC1-5C37-3C4A-92E4-2B546A34C6F9}" type="pres">
      <dgm:prSet presAssocID="{F32D87F9-5F3A-EC49-9AA7-437B37F08169}" presName="sibTrans" presStyleLbl="sibTrans2D1" presStyleIdx="2" presStyleCnt="4"/>
      <dgm:spPr/>
    </dgm:pt>
    <dgm:pt modelId="{CA389DBF-2D9A-3947-8656-7939DDDA151A}" type="pres">
      <dgm:prSet presAssocID="{F32D87F9-5F3A-EC49-9AA7-437B37F08169}" presName="connectorText" presStyleLbl="sibTrans2D1" presStyleIdx="2" presStyleCnt="4"/>
      <dgm:spPr/>
    </dgm:pt>
    <dgm:pt modelId="{D35ADAAC-D22A-6047-B428-19A060F2843A}" type="pres">
      <dgm:prSet presAssocID="{7AF7FB1E-1685-A648-AC74-D55E7194B806}" presName="node" presStyleLbl="node1" presStyleIdx="3" presStyleCnt="5">
        <dgm:presLayoutVars>
          <dgm:bulletEnabled val="1"/>
        </dgm:presLayoutVars>
      </dgm:prSet>
      <dgm:spPr/>
    </dgm:pt>
    <dgm:pt modelId="{5B872523-CD03-0A40-85EB-E0C050E2864C}" type="pres">
      <dgm:prSet presAssocID="{2E3A9E35-148C-C646-8CAC-6B79DB047985}" presName="sibTrans" presStyleLbl="sibTrans2D1" presStyleIdx="3" presStyleCnt="4"/>
      <dgm:spPr/>
    </dgm:pt>
    <dgm:pt modelId="{E11E4337-B68A-664B-8CE7-BFEBFFA6153D}" type="pres">
      <dgm:prSet presAssocID="{2E3A9E35-148C-C646-8CAC-6B79DB047985}" presName="connectorText" presStyleLbl="sibTrans2D1" presStyleIdx="3" presStyleCnt="4"/>
      <dgm:spPr/>
    </dgm:pt>
    <dgm:pt modelId="{F907D07B-CB7C-0F45-8DB8-F2A5F87A386F}" type="pres">
      <dgm:prSet presAssocID="{3A91A978-8D87-DE46-88D4-F4AD954E6190}" presName="node" presStyleLbl="node1" presStyleIdx="4" presStyleCnt="5">
        <dgm:presLayoutVars>
          <dgm:bulletEnabled val="1"/>
        </dgm:presLayoutVars>
      </dgm:prSet>
      <dgm:spPr/>
    </dgm:pt>
  </dgm:ptLst>
  <dgm:cxnLst>
    <dgm:cxn modelId="{128014BC-8347-E249-86D7-6DF9B7EEA1C1}" srcId="{04E7B75E-2EBA-8848-8A05-49225A48C979}" destId="{183D7828-77E8-6040-9B3D-14EC5F63ED91}" srcOrd="1" destOrd="0" parTransId="{8102E970-1809-B04D-AEE0-A4A71B8A4407}" sibTransId="{C339328A-F3CB-344D-9314-564AF7A81ECB}"/>
    <dgm:cxn modelId="{1E87002D-5F10-464B-A4A3-EA6BDEA53621}" type="presOf" srcId="{C339328A-F3CB-344D-9314-564AF7A81ECB}" destId="{907E95F4-B4E0-3C48-954E-86EFAD6E7905}" srcOrd="1" destOrd="0" presId="urn:microsoft.com/office/officeart/2005/8/layout/process1"/>
    <dgm:cxn modelId="{320A061E-99B9-374A-9D08-0CA26B523B28}" type="presOf" srcId="{183D7828-77E8-6040-9B3D-14EC5F63ED91}" destId="{BDAC83EB-EEE7-AA48-8E83-60E72E504BF0}" srcOrd="0" destOrd="0" presId="urn:microsoft.com/office/officeart/2005/8/layout/process1"/>
    <dgm:cxn modelId="{4B8D399C-2C9A-C94A-BBA6-7DC3C7B6A9BA}" srcId="{04E7B75E-2EBA-8848-8A05-49225A48C979}" destId="{7AF7FB1E-1685-A648-AC74-D55E7194B806}" srcOrd="3" destOrd="0" parTransId="{90975D2F-51AD-2D4A-AD15-BA8B01A7A1C8}" sibTransId="{2E3A9E35-148C-C646-8CAC-6B79DB047985}"/>
    <dgm:cxn modelId="{7ACDCF12-ABBB-B14D-87B7-18DE0BEC93C9}" type="presOf" srcId="{BFE64880-F2D9-C945-BFC2-CA111AFDEFC9}" destId="{76F70BAB-9591-5642-A0BC-B1DEB41132FC}" srcOrd="0" destOrd="0" presId="urn:microsoft.com/office/officeart/2005/8/layout/process1"/>
    <dgm:cxn modelId="{656BACAD-E5D2-0149-B3D8-471C7680672A}" srcId="{04E7B75E-2EBA-8848-8A05-49225A48C979}" destId="{BFE64880-F2D9-C945-BFC2-CA111AFDEFC9}" srcOrd="0" destOrd="0" parTransId="{EECE1A85-4B8E-6D4C-9632-B16388C6DE01}" sibTransId="{B48F323C-EDD7-1048-89C5-4B08290EE739}"/>
    <dgm:cxn modelId="{FBCED092-BD9C-4342-9001-4364F3A927F1}" type="presOf" srcId="{F32D87F9-5F3A-EC49-9AA7-437B37F08169}" destId="{CA389DBF-2D9A-3947-8656-7939DDDA151A}" srcOrd="1" destOrd="0" presId="urn:microsoft.com/office/officeart/2005/8/layout/process1"/>
    <dgm:cxn modelId="{487F5C0E-798A-5A4B-9A5C-A7AF6567E51C}" type="presOf" srcId="{2E3A9E35-148C-C646-8CAC-6B79DB047985}" destId="{5B872523-CD03-0A40-85EB-E0C050E2864C}" srcOrd="0" destOrd="0" presId="urn:microsoft.com/office/officeart/2005/8/layout/process1"/>
    <dgm:cxn modelId="{429EA622-269C-204E-AC4A-4409FA1DA2E2}" type="presOf" srcId="{C339328A-F3CB-344D-9314-564AF7A81ECB}" destId="{6F0C37A1-8757-9742-853F-3C97997195B3}" srcOrd="0" destOrd="0" presId="urn:microsoft.com/office/officeart/2005/8/layout/process1"/>
    <dgm:cxn modelId="{38D822C2-92F0-0E46-AC00-5BBC58D632E3}" type="presOf" srcId="{124AADF7-DA3D-8343-BE74-63C801256209}" destId="{2E9A0485-3EC5-2748-8B0F-7CA5B8220DA6}" srcOrd="0" destOrd="0" presId="urn:microsoft.com/office/officeart/2005/8/layout/process1"/>
    <dgm:cxn modelId="{28B93D74-CB34-6D45-BAF3-AEBBECF1336B}" srcId="{04E7B75E-2EBA-8848-8A05-49225A48C979}" destId="{3A91A978-8D87-DE46-88D4-F4AD954E6190}" srcOrd="4" destOrd="0" parTransId="{76645F97-C6B5-6746-96CD-1E5B46954995}" sibTransId="{2B0424AC-04CE-9641-9E6B-7E6D42E380E3}"/>
    <dgm:cxn modelId="{50E835C0-46D1-BA4F-9DE6-505983197571}" srcId="{04E7B75E-2EBA-8848-8A05-49225A48C979}" destId="{124AADF7-DA3D-8343-BE74-63C801256209}" srcOrd="2" destOrd="0" parTransId="{3894137E-6840-4346-9F49-B587B3F3D91E}" sibTransId="{F32D87F9-5F3A-EC49-9AA7-437B37F08169}"/>
    <dgm:cxn modelId="{1AE2199E-11F2-2547-B0B7-2E65BF1F987C}" type="presOf" srcId="{F32D87F9-5F3A-EC49-9AA7-437B37F08169}" destId="{D5ABDBC1-5C37-3C4A-92E4-2B546A34C6F9}" srcOrd="0" destOrd="0" presId="urn:microsoft.com/office/officeart/2005/8/layout/process1"/>
    <dgm:cxn modelId="{0A65D0FC-F67C-144C-ACEB-C40EB8FEED77}" type="presOf" srcId="{2E3A9E35-148C-C646-8CAC-6B79DB047985}" destId="{E11E4337-B68A-664B-8CE7-BFEBFFA6153D}" srcOrd="1" destOrd="0" presId="urn:microsoft.com/office/officeart/2005/8/layout/process1"/>
    <dgm:cxn modelId="{CE921139-BD85-CD46-BED5-CF47A40E411F}" type="presOf" srcId="{B48F323C-EDD7-1048-89C5-4B08290EE739}" destId="{8DB3E580-4A25-5E4C-B54A-6D35B73C6711}" srcOrd="1" destOrd="0" presId="urn:microsoft.com/office/officeart/2005/8/layout/process1"/>
    <dgm:cxn modelId="{E10E9995-1420-4442-AA72-FC329001C900}" type="presOf" srcId="{3A91A978-8D87-DE46-88D4-F4AD954E6190}" destId="{F907D07B-CB7C-0F45-8DB8-F2A5F87A386F}" srcOrd="0" destOrd="0" presId="urn:microsoft.com/office/officeart/2005/8/layout/process1"/>
    <dgm:cxn modelId="{5E93F5AD-EC3C-7047-8942-CEDB82A15AF6}" type="presOf" srcId="{7AF7FB1E-1685-A648-AC74-D55E7194B806}" destId="{D35ADAAC-D22A-6047-B428-19A060F2843A}" srcOrd="0" destOrd="0" presId="urn:microsoft.com/office/officeart/2005/8/layout/process1"/>
    <dgm:cxn modelId="{7AC1194E-B6D6-164C-8CAF-E508A081D3B6}" type="presOf" srcId="{04E7B75E-2EBA-8848-8A05-49225A48C979}" destId="{C06291DE-3C9D-D142-A5CD-BC084D38437F}" srcOrd="0" destOrd="0" presId="urn:microsoft.com/office/officeart/2005/8/layout/process1"/>
    <dgm:cxn modelId="{F3593ECD-2E40-0A44-8CBA-6034A32B6698}" type="presOf" srcId="{B48F323C-EDD7-1048-89C5-4B08290EE739}" destId="{B2E731BE-EBB9-A740-B2B3-2145C0969479}" srcOrd="0" destOrd="0" presId="urn:microsoft.com/office/officeart/2005/8/layout/process1"/>
    <dgm:cxn modelId="{2F2DE964-AE52-AB43-AEDC-10B3BD140767}" type="presParOf" srcId="{C06291DE-3C9D-D142-A5CD-BC084D38437F}" destId="{76F70BAB-9591-5642-A0BC-B1DEB41132FC}" srcOrd="0" destOrd="0" presId="urn:microsoft.com/office/officeart/2005/8/layout/process1"/>
    <dgm:cxn modelId="{9232F2F7-58F2-CB44-B3C3-BADB1196E696}" type="presParOf" srcId="{C06291DE-3C9D-D142-A5CD-BC084D38437F}" destId="{B2E731BE-EBB9-A740-B2B3-2145C0969479}" srcOrd="1" destOrd="0" presId="urn:microsoft.com/office/officeart/2005/8/layout/process1"/>
    <dgm:cxn modelId="{8AD8C91E-2847-E646-9209-AD6CEFDA64B4}" type="presParOf" srcId="{B2E731BE-EBB9-A740-B2B3-2145C0969479}" destId="{8DB3E580-4A25-5E4C-B54A-6D35B73C6711}" srcOrd="0" destOrd="0" presId="urn:microsoft.com/office/officeart/2005/8/layout/process1"/>
    <dgm:cxn modelId="{2E8496FC-BAE4-764A-9970-722AA952AC0B}" type="presParOf" srcId="{C06291DE-3C9D-D142-A5CD-BC084D38437F}" destId="{BDAC83EB-EEE7-AA48-8E83-60E72E504BF0}" srcOrd="2" destOrd="0" presId="urn:microsoft.com/office/officeart/2005/8/layout/process1"/>
    <dgm:cxn modelId="{807FD1EE-4A17-A943-B145-83E1DC75B3C0}" type="presParOf" srcId="{C06291DE-3C9D-D142-A5CD-BC084D38437F}" destId="{6F0C37A1-8757-9742-853F-3C97997195B3}" srcOrd="3" destOrd="0" presId="urn:microsoft.com/office/officeart/2005/8/layout/process1"/>
    <dgm:cxn modelId="{D23EE6D8-1D82-C348-AD0F-E573518AAF7E}" type="presParOf" srcId="{6F0C37A1-8757-9742-853F-3C97997195B3}" destId="{907E95F4-B4E0-3C48-954E-86EFAD6E7905}" srcOrd="0" destOrd="0" presId="urn:microsoft.com/office/officeart/2005/8/layout/process1"/>
    <dgm:cxn modelId="{48507B10-D78A-2E43-A1B1-3AD3C595C0C4}" type="presParOf" srcId="{C06291DE-3C9D-D142-A5CD-BC084D38437F}" destId="{2E9A0485-3EC5-2748-8B0F-7CA5B8220DA6}" srcOrd="4" destOrd="0" presId="urn:microsoft.com/office/officeart/2005/8/layout/process1"/>
    <dgm:cxn modelId="{2F08A009-EE22-884A-8767-8346AB7FCA05}" type="presParOf" srcId="{C06291DE-3C9D-D142-A5CD-BC084D38437F}" destId="{D5ABDBC1-5C37-3C4A-92E4-2B546A34C6F9}" srcOrd="5" destOrd="0" presId="urn:microsoft.com/office/officeart/2005/8/layout/process1"/>
    <dgm:cxn modelId="{FF616296-A1E0-7744-91D2-32FB84B63196}" type="presParOf" srcId="{D5ABDBC1-5C37-3C4A-92E4-2B546A34C6F9}" destId="{CA389DBF-2D9A-3947-8656-7939DDDA151A}" srcOrd="0" destOrd="0" presId="urn:microsoft.com/office/officeart/2005/8/layout/process1"/>
    <dgm:cxn modelId="{EDCD8AED-2370-C54D-BE5D-4786FB2DDA44}" type="presParOf" srcId="{C06291DE-3C9D-D142-A5CD-BC084D38437F}" destId="{D35ADAAC-D22A-6047-B428-19A060F2843A}" srcOrd="6" destOrd="0" presId="urn:microsoft.com/office/officeart/2005/8/layout/process1"/>
    <dgm:cxn modelId="{C628C23C-6F50-8548-9908-79329A495D10}" type="presParOf" srcId="{C06291DE-3C9D-D142-A5CD-BC084D38437F}" destId="{5B872523-CD03-0A40-85EB-E0C050E2864C}" srcOrd="7" destOrd="0" presId="urn:microsoft.com/office/officeart/2005/8/layout/process1"/>
    <dgm:cxn modelId="{F6C61D43-4CAC-C44B-A2AA-8EA8EB872496}" type="presParOf" srcId="{5B872523-CD03-0A40-85EB-E0C050E2864C}" destId="{E11E4337-B68A-664B-8CE7-BFEBFFA6153D}" srcOrd="0" destOrd="0" presId="urn:microsoft.com/office/officeart/2005/8/layout/process1"/>
    <dgm:cxn modelId="{F415A908-653D-AD46-9D4E-7FAB9CCCE0CD}" type="presParOf" srcId="{C06291DE-3C9D-D142-A5CD-BC084D38437F}" destId="{F907D07B-CB7C-0F45-8DB8-F2A5F87A386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F70BAB-9591-5642-A0BC-B1DEB41132FC}">
      <dsp:nvSpPr>
        <dsp:cNvPr id="0" name=""/>
        <dsp:cNvSpPr/>
      </dsp:nvSpPr>
      <dsp:spPr>
        <a:xfrm>
          <a:off x="578957" y="2287996"/>
          <a:ext cx="1554807" cy="932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500" kern="1200" dirty="0" smtClean="0"/>
            <a:t>Test</a:t>
          </a:r>
          <a:r>
            <a:rPr lang="en-US" altLang="zh-CN" sz="1500" kern="1200" baseline="0" dirty="0" smtClean="0"/>
            <a:t> Case</a:t>
          </a:r>
          <a:endParaRPr lang="zh-CN" altLang="en-US" sz="1500" kern="1200" dirty="0"/>
        </a:p>
      </dsp:txBody>
      <dsp:txXfrm>
        <a:off x="606280" y="2315319"/>
        <a:ext cx="1500161" cy="878238"/>
      </dsp:txXfrm>
    </dsp:sp>
    <dsp:sp modelId="{B2E731BE-EBB9-A740-B2B3-2145C0969479}">
      <dsp:nvSpPr>
        <dsp:cNvPr id="0" name=""/>
        <dsp:cNvSpPr/>
      </dsp:nvSpPr>
      <dsp:spPr>
        <a:xfrm rot="16217742">
          <a:off x="1080018" y="1815452"/>
          <a:ext cx="560388" cy="385592"/>
        </a:xfrm>
        <a:prstGeom prst="leftRight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1137558" y="1950408"/>
        <a:ext cx="444710" cy="231356"/>
      </dsp:txXfrm>
    </dsp:sp>
    <dsp:sp modelId="{BDAC83EB-EEE7-AA48-8E83-60E72E504BF0}">
      <dsp:nvSpPr>
        <dsp:cNvPr id="0" name=""/>
        <dsp:cNvSpPr/>
      </dsp:nvSpPr>
      <dsp:spPr>
        <a:xfrm>
          <a:off x="586575" y="811911"/>
          <a:ext cx="1554807" cy="932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500" kern="1200" dirty="0" smtClean="0"/>
            <a:t>Pre-Implementations</a:t>
          </a:r>
          <a:endParaRPr lang="zh-CN" altLang="en-US" sz="1500" kern="1200" dirty="0"/>
        </a:p>
      </dsp:txBody>
      <dsp:txXfrm>
        <a:off x="613898" y="839234"/>
        <a:ext cx="1500161" cy="878238"/>
      </dsp:txXfrm>
    </dsp:sp>
    <dsp:sp modelId="{6F0C37A1-8757-9742-853F-3C97997195B3}">
      <dsp:nvSpPr>
        <dsp:cNvPr id="0" name=""/>
        <dsp:cNvSpPr/>
      </dsp:nvSpPr>
      <dsp:spPr>
        <a:xfrm>
          <a:off x="2545079" y="2543208"/>
          <a:ext cx="1256779" cy="31521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2545079" y="2606251"/>
        <a:ext cx="1162215" cy="189127"/>
      </dsp:txXfrm>
    </dsp:sp>
    <dsp:sp modelId="{2E9A0485-3EC5-2748-8B0F-7CA5B8220DA6}">
      <dsp:nvSpPr>
        <dsp:cNvPr id="0" name=""/>
        <dsp:cNvSpPr/>
      </dsp:nvSpPr>
      <dsp:spPr>
        <a:xfrm>
          <a:off x="4358476" y="2242891"/>
          <a:ext cx="1554807" cy="932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500" kern="1200" dirty="0" smtClean="0"/>
            <a:t>Parser</a:t>
          </a:r>
          <a:endParaRPr lang="zh-CN" altLang="en-US" sz="1500" kern="1200" dirty="0"/>
        </a:p>
      </dsp:txBody>
      <dsp:txXfrm>
        <a:off x="4385799" y="2270214"/>
        <a:ext cx="1500161" cy="878238"/>
      </dsp:txXfrm>
    </dsp:sp>
    <dsp:sp modelId="{D5ABDBC1-5C37-3C4A-92E4-2B546A34C6F9}">
      <dsp:nvSpPr>
        <dsp:cNvPr id="0" name=""/>
        <dsp:cNvSpPr/>
      </dsp:nvSpPr>
      <dsp:spPr>
        <a:xfrm>
          <a:off x="6068764" y="2516537"/>
          <a:ext cx="329619" cy="3855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6068764" y="2593655"/>
        <a:ext cx="230733" cy="231356"/>
      </dsp:txXfrm>
    </dsp:sp>
    <dsp:sp modelId="{D35ADAAC-D22A-6047-B428-19A060F2843A}">
      <dsp:nvSpPr>
        <dsp:cNvPr id="0" name=""/>
        <dsp:cNvSpPr/>
      </dsp:nvSpPr>
      <dsp:spPr>
        <a:xfrm>
          <a:off x="6535206" y="2242891"/>
          <a:ext cx="1554807" cy="932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500" kern="1200" dirty="0" smtClean="0"/>
            <a:t>Runner</a:t>
          </a:r>
          <a:endParaRPr lang="zh-CN" altLang="en-US" sz="1500" kern="1200" dirty="0"/>
        </a:p>
      </dsp:txBody>
      <dsp:txXfrm>
        <a:off x="6562529" y="2270214"/>
        <a:ext cx="1500161" cy="878238"/>
      </dsp:txXfrm>
    </dsp:sp>
    <dsp:sp modelId="{5B872523-CD03-0A40-85EB-E0C050E2864C}">
      <dsp:nvSpPr>
        <dsp:cNvPr id="0" name=""/>
        <dsp:cNvSpPr/>
      </dsp:nvSpPr>
      <dsp:spPr>
        <a:xfrm>
          <a:off x="8245494" y="2516537"/>
          <a:ext cx="329619" cy="3855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8245494" y="2593655"/>
        <a:ext cx="230733" cy="231356"/>
      </dsp:txXfrm>
    </dsp:sp>
    <dsp:sp modelId="{F907D07B-CB7C-0F45-8DB8-F2A5F87A386F}">
      <dsp:nvSpPr>
        <dsp:cNvPr id="0" name=""/>
        <dsp:cNvSpPr/>
      </dsp:nvSpPr>
      <dsp:spPr>
        <a:xfrm>
          <a:off x="8711937" y="2242891"/>
          <a:ext cx="1554807" cy="932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500" kern="1200" dirty="0" smtClean="0"/>
            <a:t>Result</a:t>
          </a:r>
          <a:endParaRPr lang="zh-CN" altLang="en-US" sz="1500" kern="1200" dirty="0"/>
        </a:p>
      </dsp:txBody>
      <dsp:txXfrm>
        <a:off x="8739260" y="2270214"/>
        <a:ext cx="1500161" cy="878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693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877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25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227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45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396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40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002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05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0332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805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D894-E499-FD4F-8893-15416F8AC8E9}" type="datetimeFigureOut">
              <a:rPr kumimoji="1" lang="zh-CN" altLang="en-US" smtClean="0"/>
              <a:t>16/7/28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64AC6-B153-6145-B18E-5CA4AC1362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slide" Target="slide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57163" y="2600325"/>
            <a:ext cx="12472988" cy="909638"/>
          </a:xfrm>
        </p:spPr>
        <p:style>
          <a:lnRef idx="3">
            <a:schemeClr val="lt1"/>
          </a:lnRef>
          <a:fillRef idx="1002">
            <a:schemeClr val="dk1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kumimoji="1" lang="en-US" altLang="zh-CN" dirty="0" smtClean="0"/>
              <a:t>Automation Weekly </a:t>
            </a:r>
            <a:r>
              <a:rPr kumimoji="1" lang="en-US" altLang="zh-CN" dirty="0"/>
              <a:t>T</a:t>
            </a:r>
            <a:r>
              <a:rPr kumimoji="1" lang="en-US" altLang="zh-CN" dirty="0" smtClean="0"/>
              <a:t>rack 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427037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kumimoji="1" lang="en-US" altLang="zh-CN" dirty="0" smtClean="0"/>
              <a:t>16/7/29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985838"/>
            <a:ext cx="12192000" cy="704850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kumimoji="1" lang="en-US" altLang="zh-CN" dirty="0" smtClean="0"/>
              <a:t>Completed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ü"/>
            </a:pPr>
            <a:r>
              <a:rPr kumimoji="1" lang="en-US" altLang="zh-CN" dirty="0" smtClean="0">
                <a:solidFill>
                  <a:schemeClr val="tx1">
                    <a:alpha val="25000"/>
                  </a:schemeClr>
                </a:solidFill>
              </a:rPr>
              <a:t> Python Coding Style Material Provided - </a:t>
            </a:r>
            <a:r>
              <a:rPr kumimoji="1" lang="en-US" altLang="zh-CN" dirty="0" err="1" smtClean="0">
                <a:solidFill>
                  <a:schemeClr val="tx1">
                    <a:alpha val="25000"/>
                  </a:schemeClr>
                </a:solidFill>
              </a:rPr>
              <a:t>Dancy</a:t>
            </a:r>
            <a:endParaRPr kumimoji="1" lang="en-US" altLang="zh-CN" dirty="0" smtClean="0">
              <a:solidFill>
                <a:schemeClr val="tx1">
                  <a:alpha val="25000"/>
                </a:schemeClr>
              </a:solidFill>
            </a:endParaRPr>
          </a:p>
          <a:p>
            <a:pPr>
              <a:buFont typeface="Wingdings" charset="2"/>
              <a:buChar char="ü"/>
            </a:pPr>
            <a:r>
              <a:rPr kumimoji="1" lang="en-US" altLang="zh-CN" dirty="0" smtClean="0">
                <a:solidFill>
                  <a:schemeClr val="tx1">
                    <a:alpha val="25000"/>
                  </a:schemeClr>
                </a:solidFill>
              </a:rPr>
              <a:t> Reports Separated - Daniel</a:t>
            </a:r>
          </a:p>
          <a:p>
            <a:pPr>
              <a:buFont typeface="Wingdings" charset="2"/>
              <a:buChar char="ü"/>
            </a:pPr>
            <a:r>
              <a:rPr kumimoji="1" lang="en-US" altLang="zh-CN" dirty="0">
                <a:solidFill>
                  <a:schemeClr val="tx1">
                    <a:alpha val="2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tx1">
                    <a:alpha val="25000"/>
                  </a:schemeClr>
                </a:solidFill>
              </a:rPr>
              <a:t>Pass Rates Moved to An Eye-Catching Place </a:t>
            </a:r>
            <a:r>
              <a:rPr kumimoji="1" lang="en-US" altLang="zh-CN" dirty="0" smtClean="0">
                <a:solidFill>
                  <a:schemeClr val="tx1">
                    <a:alpha val="25000"/>
                  </a:schemeClr>
                </a:solidFill>
              </a:rPr>
              <a:t>– Daniel</a:t>
            </a:r>
            <a:endParaRPr kumimoji="1" lang="zh-CN" altLang="en-US" dirty="0" smtClean="0">
              <a:solidFill>
                <a:schemeClr val="tx1">
                  <a:alpha val="25000"/>
                </a:schemeClr>
              </a:solidFill>
            </a:endParaRPr>
          </a:p>
          <a:p>
            <a:pPr>
              <a:buFont typeface="Wingdings" charset="2"/>
              <a:buChar char="ü"/>
            </a:pPr>
            <a:r>
              <a:rPr kumimoji="1" lang="en-US" altLang="zh-CN" dirty="0"/>
              <a:t> Reading Python Coding </a:t>
            </a:r>
            <a:r>
              <a:rPr kumimoji="1" lang="en-US" altLang="zh-CN" dirty="0" smtClean="0"/>
              <a:t>Style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– All Team Members</a:t>
            </a:r>
          </a:p>
          <a:p>
            <a:pPr>
              <a:buFont typeface="Wingdings" charset="2"/>
              <a:buChar char="ü"/>
            </a:pPr>
            <a:r>
              <a:rPr kumimoji="1" lang="en-US" altLang="zh-CN" dirty="0" smtClean="0"/>
              <a:t> Draw a </a:t>
            </a:r>
            <a:r>
              <a:rPr kumimoji="1" lang="en-US" altLang="zh-CN" dirty="0">
                <a:hlinkClick r:id="" action="ppaction://hlinkshowjump?jump=lastslide"/>
              </a:rPr>
              <a:t>Architecture </a:t>
            </a:r>
            <a:r>
              <a:rPr kumimoji="1" lang="en-US" altLang="zh-CN" dirty="0" smtClean="0">
                <a:hlinkClick r:id="" action="ppaction://hlinkshowjump?jump=lastslide"/>
              </a:rPr>
              <a:t>Diagram</a:t>
            </a:r>
            <a:endParaRPr kumimoji="1" lang="en-US" altLang="zh-CN" dirty="0" smtClean="0"/>
          </a:p>
          <a:p>
            <a:pPr>
              <a:buFont typeface="Wingdings" charset="2"/>
              <a:buChar char="ü"/>
            </a:pPr>
            <a:r>
              <a:rPr kumimoji="1" lang="en-US" altLang="zh-CN" dirty="0"/>
              <a:t>Define a Project Level Coding </a:t>
            </a:r>
            <a:r>
              <a:rPr kumimoji="1" lang="en-US" altLang="zh-CN" dirty="0" smtClean="0"/>
              <a:t>Style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endParaRPr kumimoji="1" lang="en-US" altLang="zh-CN" dirty="0"/>
          </a:p>
          <a:p>
            <a:pPr>
              <a:buFont typeface="Wingdings" charset="2"/>
              <a:buChar char="ü"/>
            </a:pPr>
            <a:endParaRPr kumimoji="1" lang="zh-CN" altLang="en-US" dirty="0">
              <a:solidFill>
                <a:schemeClr val="tx1">
                  <a:alpha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7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000125"/>
            <a:ext cx="12192000" cy="690563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kumimoji="1" lang="en-US" altLang="zh-CN" dirty="0" smtClean="0"/>
              <a:t>WIP 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kumimoji="1" lang="en-US" altLang="zh-CN" dirty="0" smtClean="0"/>
              <a:t> Define </a:t>
            </a:r>
            <a:r>
              <a:rPr kumimoji="1" lang="en-US" altLang="zh-CN" dirty="0" smtClean="0"/>
              <a:t>a Case Description Style – </a:t>
            </a:r>
            <a:r>
              <a:rPr kumimoji="1" lang="en-US" altLang="zh-CN" dirty="0" err="1" smtClean="0"/>
              <a:t>Dancy</a:t>
            </a:r>
            <a:r>
              <a:rPr kumimoji="1" lang="en-US" altLang="zh-CN" dirty="0" smtClean="0"/>
              <a:t>(?)</a:t>
            </a:r>
          </a:p>
          <a:p>
            <a:pPr>
              <a:buFont typeface="Wingdings" charset="2"/>
              <a:buChar char="Ø"/>
            </a:pPr>
            <a:r>
              <a:rPr kumimoji="1" lang="en-US" altLang="zh-CN" dirty="0" smtClean="0"/>
              <a:t> Define a Step Definition Style - </a:t>
            </a:r>
            <a:r>
              <a:rPr kumimoji="1" lang="en-US" altLang="zh-CN" dirty="0" err="1" smtClean="0"/>
              <a:t>Anmy</a:t>
            </a:r>
            <a:r>
              <a:rPr kumimoji="1" lang="en-US" altLang="zh-CN" dirty="0" smtClean="0"/>
              <a:t>(?)</a:t>
            </a:r>
            <a:endParaRPr kumimoji="1" lang="en-US" altLang="zh-CN" dirty="0" smtClean="0"/>
          </a:p>
          <a:p>
            <a:pPr>
              <a:buFont typeface="Wingdings" charset="2"/>
              <a:buChar char="Ø"/>
            </a:pPr>
            <a:r>
              <a:rPr kumimoji="1" lang="en-US" altLang="zh-CN" dirty="0" smtClean="0"/>
              <a:t>Parallelize </a:t>
            </a:r>
            <a:r>
              <a:rPr kumimoji="1" lang="en-US" altLang="zh-CN" dirty="0" smtClean="0"/>
              <a:t>Executions – Daniel </a:t>
            </a:r>
            <a:r>
              <a:rPr kumimoji="1" lang="en-US" altLang="zh-CN" dirty="0" smtClean="0"/>
              <a:t>(8/4) </a:t>
            </a:r>
            <a:r>
              <a:rPr kumimoji="1" lang="en-US" altLang="zh-CN" dirty="0" smtClean="0">
                <a:solidFill>
                  <a:srgbClr val="C00000"/>
                </a:solidFill>
              </a:rPr>
              <a:t>Deferred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pPr>
              <a:buFont typeface="Wingdings" charset="2"/>
              <a:buChar char="Ø"/>
            </a:pPr>
            <a:r>
              <a:rPr kumimoji="1" lang="en-US" altLang="zh-CN" dirty="0"/>
              <a:t> </a:t>
            </a:r>
            <a:r>
              <a:rPr kumimoji="1" lang="en-US" altLang="zh-CN" dirty="0" smtClean="0"/>
              <a:t>Logging – Tanner </a:t>
            </a:r>
            <a:r>
              <a:rPr kumimoji="1" lang="en-US" altLang="zh-CN" dirty="0" smtClean="0"/>
              <a:t>(?)</a:t>
            </a:r>
          </a:p>
          <a:p>
            <a:pPr>
              <a:buFont typeface="Wingdings" charset="2"/>
              <a:buChar char="Ø"/>
            </a:pPr>
            <a:r>
              <a:rPr kumimoji="1" lang="en-US" altLang="zh-CN" dirty="0"/>
              <a:t>Collect Feasible and Valuable Test Cases – All Team </a:t>
            </a:r>
            <a:r>
              <a:rPr kumimoji="1" lang="en-US" altLang="zh-CN" dirty="0" smtClean="0"/>
              <a:t>Members </a:t>
            </a:r>
            <a:r>
              <a:rPr kumimoji="1" lang="en-US" altLang="zh-CN" dirty="0" smtClean="0">
                <a:solidFill>
                  <a:srgbClr val="C00000"/>
                </a:solidFill>
              </a:rPr>
              <a:t>Long-  Term Task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buFont typeface="Wingdings" charset="2"/>
              <a:buChar char="Ø"/>
            </a:pP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071563"/>
            <a:ext cx="12192000" cy="619125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kumimoji="1" lang="en-US" altLang="zh-CN" dirty="0" smtClean="0"/>
              <a:t>To Do List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 To Define a Project Level </a:t>
            </a:r>
            <a:r>
              <a:rPr kumimoji="1" lang="en-US" altLang="zh-CN" dirty="0" err="1" smtClean="0"/>
              <a:t>Git</a:t>
            </a:r>
            <a:r>
              <a:rPr kumimoji="1" lang="en-US" altLang="zh-CN" dirty="0" smtClean="0"/>
              <a:t> Workflow - </a:t>
            </a:r>
            <a:r>
              <a:rPr kumimoji="1" lang="en-US" altLang="zh-CN" dirty="0" smtClean="0"/>
              <a:t>LV(?)</a:t>
            </a:r>
            <a:endParaRPr kumimoji="1" lang="en-US" altLang="zh-CN" dirty="0" smtClean="0"/>
          </a:p>
          <a:p>
            <a:r>
              <a:rPr kumimoji="1" lang="en-US" altLang="zh-CN" dirty="0"/>
              <a:t> </a:t>
            </a:r>
            <a:r>
              <a:rPr kumimoji="1" lang="en-US" altLang="zh-CN" dirty="0" smtClean="0"/>
              <a:t>To Extend Functionalities of Framework - ?(?)</a:t>
            </a:r>
          </a:p>
          <a:p>
            <a:r>
              <a:rPr kumimoji="1" lang="en-US" altLang="zh-CN" dirty="0"/>
              <a:t> </a:t>
            </a:r>
            <a:r>
              <a:rPr kumimoji="1" lang="en-US" altLang="zh-CN" dirty="0" smtClean="0"/>
              <a:t>To Maintain a Common API(Method) Library – All Team Members(?)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92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00138"/>
            <a:ext cx="12191999" cy="590550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kumimoji="1" lang="en-US" altLang="zh-CN" dirty="0" smtClean="0"/>
              <a:t>Discussion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Raise your concerns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283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557463"/>
            <a:ext cx="12192000" cy="952500"/>
          </a:xfrm>
        </p:spPr>
        <p:style>
          <a:lnRef idx="2">
            <a:schemeClr val="dk1">
              <a:shade val="50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kumimoji="1" lang="en-US" altLang="zh-CN" dirty="0" smtClean="0"/>
              <a:t>Thank You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32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Architecture </a:t>
            </a:r>
            <a:r>
              <a:rPr kumimoji="1" lang="en-US" altLang="zh-CN" dirty="0" smtClean="0"/>
              <a:t>Diagram of RAF</a:t>
            </a:r>
            <a:endParaRPr kumimoji="1" lang="zh-CN" altLang="en-US" dirty="0"/>
          </a:p>
        </p:txBody>
      </p:sp>
      <p:graphicFrame>
        <p:nvGraphicFramePr>
          <p:cNvPr id="6" name="图表 5"/>
          <p:cNvGraphicFramePr/>
          <p:nvPr/>
        </p:nvGraphicFramePr>
        <p:xfrm>
          <a:off x="1082040" y="719666"/>
          <a:ext cx="1027176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圆角矩形 6"/>
          <p:cNvSpPr/>
          <p:nvPr/>
        </p:nvSpPr>
        <p:spPr>
          <a:xfrm>
            <a:off x="914400" y="4739640"/>
            <a:ext cx="1341120" cy="472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mtClean="0"/>
              <a:t>Description</a:t>
            </a:r>
            <a:endParaRPr kumimoji="1"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621280" y="4739640"/>
            <a:ext cx="1341120" cy="472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Definition</a:t>
            </a:r>
            <a:endParaRPr kumimoji="1" lang="zh-CN" altLang="en-US" dirty="0"/>
          </a:p>
        </p:txBody>
      </p:sp>
      <p:sp>
        <p:nvSpPr>
          <p:cNvPr id="9" name="加号 8"/>
          <p:cNvSpPr/>
          <p:nvPr/>
        </p:nvSpPr>
        <p:spPr>
          <a:xfrm>
            <a:off x="2301240" y="4869180"/>
            <a:ext cx="274320" cy="27432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上箭头 9"/>
          <p:cNvSpPr/>
          <p:nvPr/>
        </p:nvSpPr>
        <p:spPr>
          <a:xfrm>
            <a:off x="2255520" y="4130040"/>
            <a:ext cx="381000" cy="3601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框架 10"/>
          <p:cNvSpPr/>
          <p:nvPr/>
        </p:nvSpPr>
        <p:spPr>
          <a:xfrm>
            <a:off x="5288280" y="2087880"/>
            <a:ext cx="4008120" cy="4050453"/>
          </a:xfrm>
          <a:prstGeom prst="frame">
            <a:avLst>
              <a:gd name="adj1" fmla="val 19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288280" y="1700106"/>
            <a:ext cx="400812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Core</a:t>
            </a:r>
            <a:endParaRPr kumimoji="1"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7849608" y="4490190"/>
            <a:ext cx="1139599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Runner</a:t>
            </a:r>
            <a:endParaRPr kumimoji="1"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7849608" y="5084762"/>
            <a:ext cx="1139599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P-Runner</a:t>
            </a:r>
            <a:endParaRPr kumimoji="1" lang="zh-CN" altLang="en-US" dirty="0"/>
          </a:p>
        </p:txBody>
      </p:sp>
      <p:sp>
        <p:nvSpPr>
          <p:cNvPr id="28" name="框架 27"/>
          <p:cNvSpPr/>
          <p:nvPr/>
        </p:nvSpPr>
        <p:spPr>
          <a:xfrm>
            <a:off x="7787640" y="4352818"/>
            <a:ext cx="1325880" cy="1307044"/>
          </a:xfrm>
          <a:prstGeom prst="frame">
            <a:avLst>
              <a:gd name="adj1" fmla="val 12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33" name="直线连接符 32"/>
          <p:cNvCxnSpPr/>
          <p:nvPr/>
        </p:nvCxnSpPr>
        <p:spPr>
          <a:xfrm>
            <a:off x="8427720" y="3886200"/>
            <a:ext cx="0" cy="48185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/>
        </p:nvSpPr>
        <p:spPr>
          <a:xfrm>
            <a:off x="9727096" y="1690688"/>
            <a:ext cx="1626704" cy="9067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DB</a:t>
            </a:r>
            <a:endParaRPr kumimoji="1" lang="zh-CN" altLang="en-US" dirty="0"/>
          </a:p>
        </p:txBody>
      </p:sp>
      <p:sp>
        <p:nvSpPr>
          <p:cNvPr id="39" name="圆角矩形 38"/>
          <p:cNvSpPr/>
          <p:nvPr/>
        </p:nvSpPr>
        <p:spPr>
          <a:xfrm>
            <a:off x="9753600" y="4310115"/>
            <a:ext cx="1600200" cy="10032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Report</a:t>
            </a:r>
            <a:endParaRPr kumimoji="1" lang="zh-CN" altLang="en-US" dirty="0"/>
          </a:p>
        </p:txBody>
      </p:sp>
      <p:sp>
        <p:nvSpPr>
          <p:cNvPr id="40" name="上箭头 39"/>
          <p:cNvSpPr/>
          <p:nvPr/>
        </p:nvSpPr>
        <p:spPr>
          <a:xfrm>
            <a:off x="10482469" y="2676940"/>
            <a:ext cx="166315" cy="21203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下箭头 40"/>
          <p:cNvSpPr/>
          <p:nvPr/>
        </p:nvSpPr>
        <p:spPr>
          <a:xfrm>
            <a:off x="10482469" y="3965712"/>
            <a:ext cx="166315" cy="2438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648784" y="719666"/>
            <a:ext cx="70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>
                <a:hlinkClick r:id="rId7" action="ppaction://hlinksldjump"/>
              </a:rPr>
              <a:t>Back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91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154</Words>
  <Application>Microsoft Macintosh PowerPoint</Application>
  <PresentationFormat>宽屏</PresentationFormat>
  <Paragraphs>36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Calibri</vt:lpstr>
      <vt:lpstr>Calibri Light</vt:lpstr>
      <vt:lpstr>Wingdings</vt:lpstr>
      <vt:lpstr>宋体</vt:lpstr>
      <vt:lpstr>Arial</vt:lpstr>
      <vt:lpstr>Office 主题</vt:lpstr>
      <vt:lpstr>Automation Weekly Track </vt:lpstr>
      <vt:lpstr>Completed List</vt:lpstr>
      <vt:lpstr>WIP List</vt:lpstr>
      <vt:lpstr>To Do List</vt:lpstr>
      <vt:lpstr>Discussion</vt:lpstr>
      <vt:lpstr>Thank You</vt:lpstr>
      <vt:lpstr>Architecture Diagram of RAF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weekly track </dc:title>
  <dc:creator>Microsoft Office 用户</dc:creator>
  <cp:lastModifiedBy>Microsoft Office 用户</cp:lastModifiedBy>
  <cp:revision>43</cp:revision>
  <dcterms:created xsi:type="dcterms:W3CDTF">2016-07-21T13:12:58Z</dcterms:created>
  <dcterms:modified xsi:type="dcterms:W3CDTF">2016-07-28T14:32:52Z</dcterms:modified>
</cp:coreProperties>
</file>