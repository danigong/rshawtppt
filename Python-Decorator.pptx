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1"/>
  </p:normalViewPr>
  <p:slideViewPr>
    <p:cSldViewPr snapToGrid="0" snapToObjects="1">
      <p:cViewPr varScale="1">
        <p:scale>
          <a:sx n="90" d="100"/>
          <a:sy n="90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60AFC-F996-4B40-ABB8-44C913667436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451E1-075B-6443-819D-B2B41D8B3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986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389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22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720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945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421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274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3341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81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998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322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666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C48FC-ACF3-6B4B-96CC-012943FF8F03}" type="datetimeFigureOut">
              <a:rPr kumimoji="1" lang="zh-CN" altLang="en-US" smtClean="0"/>
              <a:t>2018/5/23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F1A3-E057-6042-8456-7B4EBBF814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244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96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Decorator</a:t>
            </a:r>
            <a:endParaRPr kumimoji="1" lang="zh-CN" altLang="en-US" sz="96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1395046" y="3509963"/>
            <a:ext cx="9542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73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What is Decorator?</a:t>
            </a:r>
            <a:endParaRPr kumimoji="1" lang="zh-CN" altLang="en-US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@Decorator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64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64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3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15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911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915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90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201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126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806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443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93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372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431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7</Words>
  <Application>Microsoft Macintosh PowerPoint</Application>
  <PresentationFormat>宽屏</PresentationFormat>
  <Paragraphs>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Calibri</vt:lpstr>
      <vt:lpstr>DengXian</vt:lpstr>
      <vt:lpstr>DengXian Light</vt:lpstr>
      <vt:lpstr>Arial</vt:lpstr>
      <vt:lpstr>Office 主题</vt:lpstr>
      <vt:lpstr>Decorator</vt:lpstr>
      <vt:lpstr>What is Decorator?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3</cp:revision>
  <dcterms:created xsi:type="dcterms:W3CDTF">2018-05-23T14:47:29Z</dcterms:created>
  <dcterms:modified xsi:type="dcterms:W3CDTF">2018-05-24T02:23:29Z</dcterms:modified>
</cp:coreProperties>
</file>